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77" r:id="rId2"/>
    <p:sldId id="272" r:id="rId3"/>
    <p:sldId id="278" r:id="rId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ADA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7917" autoAdjust="0"/>
  </p:normalViewPr>
  <p:slideViewPr>
    <p:cSldViewPr>
      <p:cViewPr>
        <p:scale>
          <a:sx n="75" d="100"/>
          <a:sy n="75" d="100"/>
        </p:scale>
        <p:origin x="1020" y="1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6" y="37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EF0F-8E63-49E4-BF05-5E7F7095A24B}" type="datetimeFigureOut">
              <a:rPr lang="zh-TW" altLang="en-US" smtClean="0"/>
              <a:pPr/>
              <a:t>2025/5/22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EB6DA3-5CAD-4F3A-B6F3-45E2F81CFD9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0145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EB6DA3-5CAD-4F3A-B6F3-45E2F81CFD9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1800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 descr="D:\Cybelink Projects\Perfect Corp\PPT template\0309\PERFECT_PPT-C2-0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250"/>
            <a:ext cx="9144000" cy="5144750"/>
          </a:xfrm>
          <a:prstGeom prst="rect">
            <a:avLst/>
          </a:prstGeom>
          <a:noFill/>
        </p:spPr>
      </p:pic>
      <p:sp>
        <p:nvSpPr>
          <p:cNvPr id="13" name="標題 1"/>
          <p:cNvSpPr>
            <a:spLocks noGrp="1"/>
          </p:cNvSpPr>
          <p:nvPr>
            <p:ph type="ctrTitle" hasCustomPrompt="1"/>
          </p:nvPr>
        </p:nvSpPr>
        <p:spPr>
          <a:xfrm>
            <a:off x="1691680" y="1568034"/>
            <a:ext cx="5760640" cy="1705794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>
              <a:lnSpc>
                <a:spcPct val="70000"/>
              </a:lnSpc>
              <a:defRPr sz="72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altLang="zh-TW" dirty="0"/>
              <a:t>Perfect</a:t>
            </a:r>
            <a:br>
              <a:rPr lang="en-US" altLang="zh-TW" dirty="0"/>
            </a:br>
            <a:r>
              <a:rPr lang="en-US" altLang="zh-TW" dirty="0"/>
              <a:t>Business</a:t>
            </a:r>
            <a:endParaRPr lang="zh-TW" altLang="en-US" dirty="0"/>
          </a:p>
        </p:txBody>
      </p:sp>
      <p:sp>
        <p:nvSpPr>
          <p:cNvPr id="14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1371600" y="4154760"/>
            <a:ext cx="6400800" cy="3612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>
            <a:spLocks noGrp="1"/>
          </p:cNvSpPr>
          <p:nvPr>
            <p:ph type="title" hasCustomPrompt="1"/>
          </p:nvPr>
        </p:nvSpPr>
        <p:spPr>
          <a:xfrm>
            <a:off x="457200" y="205978"/>
            <a:ext cx="8229600" cy="63758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600">
                <a:solidFill>
                  <a:srgbClr val="990992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altLang="zh-TW" dirty="0"/>
              <a:t>Title</a:t>
            </a:r>
            <a:endParaRPr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57200" y="951571"/>
            <a:ext cx="8229600" cy="3394472"/>
          </a:xfrm>
          <a:prstGeom prst="rect">
            <a:avLst/>
          </a:prstGeom>
        </p:spPr>
        <p:txBody>
          <a:bodyPr/>
          <a:lstStyle>
            <a:lvl1pPr>
              <a:buFont typeface="Arial" pitchFamily="34" charset="0"/>
              <a:buChar char="•"/>
              <a:defRPr sz="2400">
                <a:solidFill>
                  <a:srgbClr val="990992"/>
                </a:solidFill>
                <a:latin typeface="+mn-lt"/>
                <a:cs typeface="Segoe UI" pitchFamily="34" charset="0"/>
              </a:defRPr>
            </a:lvl1pPr>
            <a:lvl2pPr>
              <a:buFont typeface="Arial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Segoe UI" pitchFamily="34" charset="0"/>
              </a:defRPr>
            </a:lvl2pPr>
            <a:lvl3pPr>
              <a:buFont typeface="Arial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Segoe UI" pitchFamily="34" charset="0"/>
              </a:defRPr>
            </a:lvl3pPr>
            <a:lvl4pPr>
              <a:buFont typeface="Arial" pitchFamily="34" charset="0"/>
              <a:buNone/>
              <a:defRPr>
                <a:solidFill>
                  <a:srgbClr val="D20CC9"/>
                </a:solidFill>
                <a:latin typeface="Segoe UI" pitchFamily="34" charset="0"/>
                <a:cs typeface="Segoe UI" pitchFamily="34" charset="0"/>
              </a:defRPr>
            </a:lvl4pPr>
            <a:lvl5pPr>
              <a:buFont typeface="Arial" pitchFamily="34" charset="0"/>
              <a:buNone/>
              <a:defRPr>
                <a:solidFill>
                  <a:srgbClr val="D20CC9"/>
                </a:solidFill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altLang="zh-TW" dirty="0"/>
              <a:t>Title</a:t>
            </a:r>
            <a:endParaRPr lang="zh-TW" altLang="en-US" dirty="0"/>
          </a:p>
          <a:p>
            <a:pPr lvl="1"/>
            <a:r>
              <a:rPr lang="en-US" altLang="zh-TW" dirty="0"/>
              <a:t>title</a:t>
            </a:r>
            <a:endParaRPr lang="zh-TW" altLang="en-US" dirty="0"/>
          </a:p>
          <a:p>
            <a:pPr lvl="2"/>
            <a:r>
              <a:rPr lang="en-US" altLang="zh-TW" dirty="0"/>
              <a:t>title</a:t>
            </a:r>
            <a:endParaRPr lang="zh-TW" altLang="en-US" dirty="0"/>
          </a:p>
        </p:txBody>
      </p:sp>
      <p:cxnSp>
        <p:nvCxnSpPr>
          <p:cNvPr id="10" name="直線接點 9"/>
          <p:cNvCxnSpPr/>
          <p:nvPr/>
        </p:nvCxnSpPr>
        <p:spPr>
          <a:xfrm>
            <a:off x="467544" y="681540"/>
            <a:ext cx="82089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7740352" y="4840003"/>
            <a:ext cx="1224136" cy="162018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244E557-4551-4D0D-8935-93CAF062D7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>
            <a:spLocks noGrp="1"/>
          </p:cNvSpPr>
          <p:nvPr>
            <p:ph type="title" hasCustomPrompt="1"/>
          </p:nvPr>
        </p:nvSpPr>
        <p:spPr>
          <a:xfrm>
            <a:off x="733536" y="2183770"/>
            <a:ext cx="7772400" cy="549998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800" b="0" cap="none">
                <a:solidFill>
                  <a:srgbClr val="990992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altLang="zh-TW" dirty="0"/>
              <a:t>Title</a:t>
            </a:r>
            <a:endParaRPr lang="zh-TW" altLang="en-US" dirty="0"/>
          </a:p>
        </p:txBody>
      </p:sp>
      <p:sp>
        <p:nvSpPr>
          <p:cNvPr id="8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729072" y="2733768"/>
            <a:ext cx="7772400" cy="112514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buNone/>
              <a:defRPr sz="2800" baseline="0">
                <a:solidFill>
                  <a:schemeClr val="tx1">
                    <a:tint val="75000"/>
                  </a:schemeClr>
                </a:solidFill>
                <a:latin typeface="Segoe UI Light" pitchFamily="34" charset="0"/>
                <a:cs typeface="Segoe UI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Explain the concept</a:t>
            </a:r>
            <a:endParaRPr lang="zh-TW" altLang="en-US" dirty="0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7740352" y="4840003"/>
            <a:ext cx="1224136" cy="162018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244E557-4551-4D0D-8935-93CAF062D7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7740352" y="4840003"/>
            <a:ext cx="1224136" cy="162018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244E557-4551-4D0D-8935-93CAF062D7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C4317CC8-3433-421C-9E6E-00E1F9A85121}" type="datetimeFigureOut">
              <a:rPr lang="zh-TW" altLang="en-US">
                <a:solidFill>
                  <a:prstClr val="black">
                    <a:tint val="75000"/>
                  </a:prstClr>
                </a:solidFill>
              </a:rPr>
              <a:pPr/>
              <a:t>2025/5/22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8E47B1CE-6E2D-4F89-B043-08C252ADF1E1}" type="slidenum">
              <a:rPr lang="zh-TW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835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:\Cybelink Projects\Perfect Corp\PPT template\0317\PERFECT_PPT-C2_0316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0"/>
            <a:ext cx="9143998" cy="51435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3EFF79-C4C6-47B1-AAF4-2661F5784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Amway WCM product info mapping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8C9FFA-7E16-41A8-B0FF-076118A2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B1CE-6E2D-4F89-B043-08C252ADF1E1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929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B8B21CC-A444-B8A5-B8E9-AD748793C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09550"/>
            <a:ext cx="1989920" cy="432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183A5EAD-912B-3FAA-7DA6-CB403729B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33350"/>
            <a:ext cx="4787739" cy="16910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71D42C57-A1CD-FA3F-B605-AA64C1191039}"/>
              </a:ext>
            </a:extLst>
          </p:cNvPr>
          <p:cNvCxnSpPr/>
          <p:nvPr/>
        </p:nvCxnSpPr>
        <p:spPr>
          <a:xfrm>
            <a:off x="2774869" y="1200150"/>
            <a:ext cx="1339931" cy="1524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2" name="圖片 21">
            <a:extLst>
              <a:ext uri="{FF2B5EF4-FFF2-40B4-BE49-F238E27FC236}">
                <a16:creationId xmlns:a16="http://schemas.microsoft.com/office/drawing/2014/main" id="{79703ED7-A852-D783-731E-516226D301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7536" y="78870"/>
            <a:ext cx="5432085" cy="180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2512D60E-DD0A-2C24-28DC-C475C0ECC5DA}"/>
              </a:ext>
            </a:extLst>
          </p:cNvPr>
          <p:cNvCxnSpPr>
            <a:cxnSpLocks/>
          </p:cNvCxnSpPr>
          <p:nvPr/>
        </p:nvCxnSpPr>
        <p:spPr>
          <a:xfrm flipH="1">
            <a:off x="5105400" y="1504950"/>
            <a:ext cx="2895600" cy="12719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ED9AD123-AD09-03F9-59AB-A553DF12DA83}"/>
              </a:ext>
            </a:extLst>
          </p:cNvPr>
          <p:cNvCxnSpPr>
            <a:cxnSpLocks/>
          </p:cNvCxnSpPr>
          <p:nvPr/>
        </p:nvCxnSpPr>
        <p:spPr>
          <a:xfrm flipH="1">
            <a:off x="5275209" y="1504950"/>
            <a:ext cx="58791" cy="14478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4238973B-E853-8295-2B96-A3AD3E3578D5}"/>
              </a:ext>
            </a:extLst>
          </p:cNvPr>
          <p:cNvCxnSpPr>
            <a:cxnSpLocks/>
          </p:cNvCxnSpPr>
          <p:nvPr/>
        </p:nvCxnSpPr>
        <p:spPr>
          <a:xfrm flipH="1">
            <a:off x="5221982" y="1733550"/>
            <a:ext cx="412661" cy="1571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130617E6-D9F4-8C8E-76AA-738A3899A263}"/>
              </a:ext>
            </a:extLst>
          </p:cNvPr>
          <p:cNvSpPr/>
          <p:nvPr/>
        </p:nvSpPr>
        <p:spPr>
          <a:xfrm>
            <a:off x="6403578" y="666750"/>
            <a:ext cx="2664222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1DFB9E72-0C51-9924-DEA6-B17A4A0A59B7}"/>
              </a:ext>
            </a:extLst>
          </p:cNvPr>
          <p:cNvCxnSpPr>
            <a:cxnSpLocks/>
          </p:cNvCxnSpPr>
          <p:nvPr/>
        </p:nvCxnSpPr>
        <p:spPr>
          <a:xfrm>
            <a:off x="3962400" y="978870"/>
            <a:ext cx="88398" cy="11356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AAB64F23-2D05-9364-18DF-88BDE7EB362B}"/>
              </a:ext>
            </a:extLst>
          </p:cNvPr>
          <p:cNvSpPr txBox="1"/>
          <p:nvPr/>
        </p:nvSpPr>
        <p:spPr>
          <a:xfrm>
            <a:off x="6317890" y="468744"/>
            <a:ext cx="263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rgbClr val="FF0000"/>
                </a:solidFill>
              </a:rPr>
              <a:t>The sent-out event will include this product ID to Amway.</a:t>
            </a:r>
            <a:endParaRPr lang="zh-TW" altLang="en-US" sz="800" dirty="0">
              <a:solidFill>
                <a:srgbClr val="FF0000"/>
              </a:solidFill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14DAD0E5-0BDC-289A-E61E-5601F9D5D337}"/>
              </a:ext>
            </a:extLst>
          </p:cNvPr>
          <p:cNvSpPr txBox="1"/>
          <p:nvPr/>
        </p:nvSpPr>
        <p:spPr>
          <a:xfrm>
            <a:off x="589029" y="3134445"/>
            <a:ext cx="198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Skincare product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731525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8940454-4B80-496B-A672-BC463B82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B1CE-6E2D-4F89-B043-08C252ADF1E1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8EB5335-902C-70CB-48D3-002F7B811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880" y="214993"/>
            <a:ext cx="1980814" cy="4320000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B78A7F9-8970-5880-DB78-CCB1174FF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98664"/>
            <a:ext cx="4838475" cy="1692000"/>
          </a:xfrm>
          <a:prstGeom prst="rect">
            <a:avLst/>
          </a:prstGeom>
          <a:ln>
            <a:solidFill>
              <a:srgbClr val="0070C0"/>
            </a:solidFill>
          </a:ln>
        </p:spPr>
      </p:pic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64E277B4-168D-5965-ED37-5DAA9659DB0D}"/>
              </a:ext>
            </a:extLst>
          </p:cNvPr>
          <p:cNvCxnSpPr>
            <a:cxnSpLocks/>
          </p:cNvCxnSpPr>
          <p:nvPr/>
        </p:nvCxnSpPr>
        <p:spPr>
          <a:xfrm>
            <a:off x="1269806" y="1612993"/>
            <a:ext cx="2540194" cy="17207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E430C8DA-20AC-EFE7-FB19-52606A8E4081}"/>
              </a:ext>
            </a:extLst>
          </p:cNvPr>
          <p:cNvCxnSpPr>
            <a:cxnSpLocks/>
          </p:cNvCxnSpPr>
          <p:nvPr/>
        </p:nvCxnSpPr>
        <p:spPr>
          <a:xfrm>
            <a:off x="3810000" y="608507"/>
            <a:ext cx="838200" cy="27415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418B9109-EEBB-1237-2FC5-0AE0FC61A51F}"/>
              </a:ext>
            </a:extLst>
          </p:cNvPr>
          <p:cNvCxnSpPr>
            <a:cxnSpLocks/>
          </p:cNvCxnSpPr>
          <p:nvPr/>
        </p:nvCxnSpPr>
        <p:spPr>
          <a:xfrm>
            <a:off x="2971800" y="608507"/>
            <a:ext cx="1117697" cy="28776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2" name="圖片 21">
            <a:extLst>
              <a:ext uri="{FF2B5EF4-FFF2-40B4-BE49-F238E27FC236}">
                <a16:creationId xmlns:a16="http://schemas.microsoft.com/office/drawing/2014/main" id="{81AD32FB-EA5A-E597-ACA8-AB7E7D517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5924" y="341447"/>
            <a:ext cx="3534743" cy="1549217"/>
          </a:xfrm>
          <a:prstGeom prst="rect">
            <a:avLst/>
          </a:prstGeom>
          <a:ln>
            <a:solidFill>
              <a:srgbClr val="0070C0"/>
            </a:solidFill>
          </a:ln>
        </p:spPr>
      </p:pic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8C770DDE-52F3-A1AB-96B6-3D28A91B05E0}"/>
              </a:ext>
            </a:extLst>
          </p:cNvPr>
          <p:cNvCxnSpPr>
            <a:cxnSpLocks/>
          </p:cNvCxnSpPr>
          <p:nvPr/>
        </p:nvCxnSpPr>
        <p:spPr>
          <a:xfrm flipH="1">
            <a:off x="4089497" y="1733550"/>
            <a:ext cx="2920903" cy="1981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7D46F430-8541-EE31-45B5-24B34FA99413}"/>
              </a:ext>
            </a:extLst>
          </p:cNvPr>
          <p:cNvSpPr/>
          <p:nvPr/>
        </p:nvSpPr>
        <p:spPr>
          <a:xfrm>
            <a:off x="6146898" y="666750"/>
            <a:ext cx="2340458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F951975-70A9-ABC9-CAF5-B3A617893CE5}"/>
              </a:ext>
            </a:extLst>
          </p:cNvPr>
          <p:cNvSpPr txBox="1"/>
          <p:nvPr/>
        </p:nvSpPr>
        <p:spPr>
          <a:xfrm>
            <a:off x="5999044" y="485218"/>
            <a:ext cx="263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rgbClr val="FF0000"/>
                </a:solidFill>
              </a:rPr>
              <a:t>The sent-out event will include this product ID to Amway.</a:t>
            </a:r>
            <a:endParaRPr lang="zh-TW" altLang="en-US" sz="800" dirty="0">
              <a:solidFill>
                <a:srgbClr val="FF0000"/>
              </a:solidFill>
            </a:endParaRPr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3A555B4D-6709-2582-82B6-4602EE7AE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852" y="2435854"/>
            <a:ext cx="2517815" cy="2225046"/>
          </a:xfrm>
          <a:prstGeom prst="rect">
            <a:avLst/>
          </a:prstGeom>
          <a:ln>
            <a:solidFill>
              <a:srgbClr val="0070C0"/>
            </a:solidFill>
          </a:ln>
        </p:spPr>
      </p:pic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2359DC36-D857-9982-7F56-E5D7522D462A}"/>
              </a:ext>
            </a:extLst>
          </p:cNvPr>
          <p:cNvCxnSpPr>
            <a:cxnSpLocks/>
          </p:cNvCxnSpPr>
          <p:nvPr/>
        </p:nvCxnSpPr>
        <p:spPr>
          <a:xfrm flipH="1">
            <a:off x="5185924" y="2923552"/>
            <a:ext cx="2019525" cy="9717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241B8FD-E45F-C870-B8A7-9B5D015C4228}"/>
              </a:ext>
            </a:extLst>
          </p:cNvPr>
          <p:cNvSpPr txBox="1"/>
          <p:nvPr/>
        </p:nvSpPr>
        <p:spPr>
          <a:xfrm>
            <a:off x="589029" y="3134445"/>
            <a:ext cx="198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Makeup product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222063662"/>
      </p:ext>
    </p:extLst>
  </p:cSld>
  <p:clrMapOvr>
    <a:masterClrMapping/>
  </p:clrMapOvr>
</p:sld>
</file>

<file path=ppt/theme/theme1.xml><?xml version="1.0" encoding="utf-8"?>
<a:theme xmlns:a="http://schemas.openxmlformats.org/drawingml/2006/main" name="PerfectCorp_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PerfectCorp_theme</Template>
  <TotalTime>13817</TotalTime>
  <Words>34</Words>
  <Application>Microsoft Office PowerPoint</Application>
  <PresentationFormat>如螢幕大小 (16:9)</PresentationFormat>
  <Paragraphs>8</Paragraphs>
  <Slides>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Arial</vt:lpstr>
      <vt:lpstr>Calibri</vt:lpstr>
      <vt:lpstr>Segoe UI</vt:lpstr>
      <vt:lpstr>Segoe UI Light</vt:lpstr>
      <vt:lpstr>PerfectCorp_theme</vt:lpstr>
      <vt:lpstr>Amway WCM product info mapping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Darren Liu;Izzie_Huang@PerfectCorp.com</dc:creator>
  <cp:lastModifiedBy>Hugo Hung</cp:lastModifiedBy>
  <cp:revision>796</cp:revision>
  <dcterms:created xsi:type="dcterms:W3CDTF">2015-07-22T10:15:05Z</dcterms:created>
  <dcterms:modified xsi:type="dcterms:W3CDTF">2025-05-22T02:07:14Z</dcterms:modified>
</cp:coreProperties>
</file>