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4"/>
  </p:normalViewPr>
  <p:slideViewPr>
    <p:cSldViewPr snapToGrid="0">
      <p:cViewPr varScale="1">
        <p:scale>
          <a:sx n="88" d="100"/>
          <a:sy n="88" d="100"/>
        </p:scale>
        <p:origin x="17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335F-BC63-0EDB-0491-080789E50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0A435-3181-B987-D230-17687E4AD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B8357-69A6-E084-D2D9-16398AFC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60FFD-0921-B5F7-C164-BC5B73C6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FF32F-5037-0717-01F8-047F08B3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7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5025-2E2A-EFAD-0E36-1816060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51AC-5833-896A-2F75-E4F694246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217E7-2A4B-AE82-1715-A28E84030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2DCCB-4530-30E5-AA9A-C2F93C357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FA01A-9CB2-698E-1360-309FA015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4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16C32-05DB-D71C-F839-76BCAA16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12C0C-7DD8-7394-9830-7E87798F3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3A509-A51D-7D3B-5FE0-7FE60F93A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4AE98-63C7-3CC0-1E89-F8648F03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D3ECB-BE4F-527B-E34B-D96DD33E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92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D91A-94B5-5636-D875-1221E4EC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881C-1F1E-D970-5104-ABF65D71D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F93D8-3D84-1A03-2202-9D59DA5A7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34E56-F9B5-4678-FE20-0EA92145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3B80D-4313-F65E-8FCD-E926B05C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B0546-9B77-2B5D-1B8F-3ECFEE03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6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24AA-ED9F-9AA1-33A2-E0B21E9C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3DBE2-0132-0935-F8C8-DCAA7EEB8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1D671-AF2B-07B6-2A5B-0B4384F0E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A1B85-E720-797D-57D1-ECA05D725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ECF2E8-7004-04C8-D52F-185E39FDE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AB8A8-7D69-0C01-CEC1-B42E0E1BC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681F5-D7F6-92CA-E99B-9A1E5C69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8931C-539B-7E87-C307-28DF1265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9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EECA-05B9-90E8-7258-1AEA91DBF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2FD84-1B7E-937A-E615-3E47DE6CF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7B3AF-3435-6D4A-2B84-AD2861632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68F60-B819-48B6-8016-D76D252B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9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4D0EB0-E612-02F8-F910-66CC2B68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DD839-016B-E3B4-1A92-9AD87577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4CB80-3C84-3F71-D8E5-3CBF5349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3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9C6A-56A8-1A5B-ED00-187377C5E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EDD4-433D-27A1-501B-5BAF3F087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57C59-C880-DE4D-CB14-4528B5A01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155B6-E860-33A9-3033-71912DCC2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7AB8F-8E17-EA68-C8A0-ED8D1984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A8E20-A846-137C-F8EA-78F59803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0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FF1A-D764-B998-F850-48A1712C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3E1E06-D000-1352-3A96-1F51995E4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B1F4E-BB66-E8AA-76DE-44965B3CA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19A6B-FB86-D1EC-0F26-08DCE98E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9C19C-5727-16DA-00B1-F717A5C3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3A830-50B7-DCFC-B31C-6147E3BB5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46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BEAA-5C63-47E8-A5AB-978FDA8D9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51F2B-8A34-F708-ECFF-213EDD753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CD22F-75C7-B7C4-1163-B312319F4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BEA01-771D-2364-540E-BBBD9F9A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A196F-F45D-32E6-7AEE-DD960914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7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57D03-8A86-076F-3DB8-A27B634A8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73BDD-94EF-F68B-2DC3-D18080884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F283D-F232-AA1C-F93A-156CD2FCE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96C2E-07D9-E276-0766-273DA1DD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60F46-0C14-F315-6993-F1BC1FABF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7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0263A-FAD0-20B0-67A2-6A9E0E9E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D4FA-BF36-5A01-6CA5-99176B75E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9DD89-1B53-6867-D230-6DEB8EF3E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F7472-CD80-374E-8953-337753FC45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5948B-E843-9639-7ABC-AF4CB5989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44F11-0135-B8DC-BCC2-5B10A6DA2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FBBA5-6DD0-504A-A94F-674B28AE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8EAD-C1AF-F48B-C827-C8E69C5E90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TEST PPT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AB11F-3A32-78BB-E210-788460F59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17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 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Singh</dc:creator>
  <cp:lastModifiedBy>Amit Singh</cp:lastModifiedBy>
  <cp:revision>1</cp:revision>
  <dcterms:created xsi:type="dcterms:W3CDTF">2026-02-20T10:12:15Z</dcterms:created>
  <dcterms:modified xsi:type="dcterms:W3CDTF">2026-02-20T10:12:38Z</dcterms:modified>
</cp:coreProperties>
</file>